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A152B-F956-142F-63D6-42B6265D4AC7}" v="128" dt="2026-04-20T02:08:53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19" autoAdjust="0"/>
    <p:restoredTop sz="94660"/>
  </p:normalViewPr>
  <p:slideViewPr>
    <p:cSldViewPr snapToGrid="0">
      <p:cViewPr>
        <p:scale>
          <a:sx n="33" d="100"/>
          <a:sy n="33" d="100"/>
        </p:scale>
        <p:origin x="3307" y="17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Rave Cat Reflex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Medha Nair and Asmita Wankhede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33D0-BB85-6952-40E4-CC5300AA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AB8EF-E837-A273-9675-8F7C37C4D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player connects to the mini rave stadium through Bluetooth and presses play on the app screen.</a:t>
            </a:r>
          </a:p>
          <a:p>
            <a:r>
              <a:rPr lang="en-US" dirty="0">
                <a:ea typeface="+mn-lt"/>
                <a:cs typeface="+mn-lt"/>
              </a:rPr>
              <a:t>The song starts, starting the game. Rave songs have clearly audible rhythmic intervals where a sample is played.</a:t>
            </a:r>
          </a:p>
          <a:p>
            <a:r>
              <a:rPr lang="en-US" dirty="0">
                <a:ea typeface="+mn-lt"/>
                <a:cs typeface="+mn-lt"/>
              </a:rPr>
              <a:t>There is a button on the stadium that must be pressed at these intervals to make the DJ visualizer move. In this song, it’s a spinning cat.</a:t>
            </a:r>
          </a:p>
          <a:p>
            <a:r>
              <a:rPr lang="en-US" dirty="0">
                <a:ea typeface="+mn-lt"/>
                <a:cs typeface="+mn-lt"/>
              </a:rPr>
              <a:t>According to accuracy of your DJ-</a:t>
            </a:r>
            <a:r>
              <a:rPr lang="en-US" dirty="0" err="1">
                <a:ea typeface="+mn-lt"/>
                <a:cs typeface="+mn-lt"/>
              </a:rPr>
              <a:t>ing</a:t>
            </a:r>
            <a:r>
              <a:rPr lang="en-US" dirty="0">
                <a:ea typeface="+mn-lt"/>
                <a:cs typeface="+mn-lt"/>
              </a:rPr>
              <a:t>, you will be given a score at the end of the song.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3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DF10-F6A6-CAC1-4611-E3883870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1BED08-339D-7276-49E7-3626CC97C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210" t="14203" r="10603" b="16667"/>
          <a:stretch>
            <a:fillRect/>
          </a:stretch>
        </p:blipFill>
        <p:spPr bwMode="auto">
          <a:xfrm rot="16200000">
            <a:off x="2583181" y="-38101"/>
            <a:ext cx="4206237" cy="726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59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224B-5498-B9E7-476D-8C6BF4E9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</a:t>
            </a:r>
            <a:r>
              <a:rPr lang="en-US"/>
              <a:t>Explanation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76F6-AF32-68BF-A233-90C1A0E5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code turns an ESP32 into a Bluetooth‑controlled strobe‑response game. </a:t>
            </a:r>
          </a:p>
          <a:p>
            <a:r>
              <a:rPr lang="en-US" dirty="0"/>
              <a:t>A strobe LED on Pin 26 flashes rapidly in a pseudo‑random pattern while the user presses a button (Pin 25) in sync. </a:t>
            </a:r>
          </a:p>
          <a:p>
            <a:r>
              <a:rPr lang="en-US" dirty="0"/>
              <a:t>The system measures the duration of each button press, compares it to a known “correct” sequence (</a:t>
            </a:r>
            <a:r>
              <a:rPr lang="en-US" dirty="0" err="1"/>
              <a:t>og_oiia</a:t>
            </a:r>
            <a:r>
              <a:rPr lang="en-US" dirty="0"/>
              <a:t>), and computes a score reflecting how closely the user’s timing matches the original pattern. </a:t>
            </a:r>
          </a:p>
          <a:p>
            <a:r>
              <a:rPr lang="en-US" dirty="0"/>
              <a:t>The ESP32 connects to a phone app can send a start command and see the score as a percentage.</a:t>
            </a:r>
          </a:p>
        </p:txBody>
      </p:sp>
    </p:spTree>
    <p:extLst>
      <p:ext uri="{BB962C8B-B14F-4D97-AF65-F5344CB8AC3E}">
        <p14:creationId xmlns:p14="http://schemas.microsoft.com/office/powerpoint/2010/main" val="129377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6980-21EA-FC61-FF50-58D48E4C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5891B1-6D33-1276-745B-B94B62912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273701" cy="4351338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4DE106AB-F278-8042-2CD3-AFC647801B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13321" y="246321"/>
            <a:ext cx="3335079" cy="3335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00157E1-0197-EF28-911D-392009A87A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62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21661</TotalTime>
  <Words>206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Rave Cat Reflex Testing</vt:lpstr>
      <vt:lpstr>Project Brief</vt:lpstr>
      <vt:lpstr>Circuit Diagram</vt:lpstr>
      <vt:lpstr>Code Explanation</vt:lpstr>
      <vt:lpstr>Pictures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MN</dc:creator>
  <cp:lastModifiedBy>Medha Nair</cp:lastModifiedBy>
  <cp:revision>34</cp:revision>
  <dcterms:created xsi:type="dcterms:W3CDTF">2026-04-20T02:00:24Z</dcterms:created>
  <dcterms:modified xsi:type="dcterms:W3CDTF">2026-05-29T12:20:38Z</dcterms:modified>
</cp:coreProperties>
</file>